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9" r:id="rId2"/>
    <p:sldId id="270" r:id="rId3"/>
    <p:sldId id="271" r:id="rId4"/>
    <p:sldId id="272" r:id="rId5"/>
    <p:sldId id="273" r:id="rId6"/>
    <p:sldId id="274" r:id="rId7"/>
    <p:sldId id="275" r:id="rId8"/>
    <p:sldId id="276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⚙️ PARÂMETROS DO ALGORITMO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rPr dirty="0" err="1"/>
              <a:t>Tamanho</a:t>
            </a:r>
            <a:r>
              <a:rPr dirty="0"/>
              <a:t> da </a:t>
            </a:r>
            <a:r>
              <a:rPr dirty="0" err="1"/>
              <a:t>População</a:t>
            </a:r>
            <a:r>
              <a:rPr dirty="0"/>
              <a:t>: 50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   → </a:t>
            </a:r>
            <a:r>
              <a:rPr dirty="0" err="1"/>
              <a:t>Balanço</a:t>
            </a:r>
            <a:r>
              <a:rPr dirty="0"/>
              <a:t> entre </a:t>
            </a:r>
            <a:r>
              <a:rPr dirty="0" err="1"/>
              <a:t>diversidade</a:t>
            </a:r>
            <a:r>
              <a:rPr dirty="0"/>
              <a:t> e tempo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Taxa de Crossover: 80%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   → </a:t>
            </a:r>
            <a:r>
              <a:rPr dirty="0" err="1"/>
              <a:t>Favorece</a:t>
            </a:r>
            <a:r>
              <a:rPr dirty="0"/>
              <a:t> </a:t>
            </a:r>
            <a:r>
              <a:rPr dirty="0" err="1"/>
              <a:t>combinação</a:t>
            </a:r>
            <a:r>
              <a:rPr dirty="0"/>
              <a:t> de bons genes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Taxa de </a:t>
            </a:r>
            <a:r>
              <a:rPr dirty="0" err="1"/>
              <a:t>Mutação</a:t>
            </a:r>
            <a:r>
              <a:rPr dirty="0"/>
              <a:t>: 15%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   → </a:t>
            </a:r>
            <a:r>
              <a:rPr dirty="0" err="1"/>
              <a:t>Previne</a:t>
            </a:r>
            <a:r>
              <a:rPr dirty="0"/>
              <a:t> </a:t>
            </a:r>
            <a:r>
              <a:rPr dirty="0" err="1"/>
              <a:t>estagnação</a:t>
            </a: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rPr dirty="0" err="1"/>
              <a:t>Seleção</a:t>
            </a:r>
            <a:r>
              <a:rPr dirty="0"/>
              <a:t>: </a:t>
            </a:r>
            <a:r>
              <a:rPr dirty="0" err="1"/>
              <a:t>Torneio</a:t>
            </a:r>
            <a:r>
              <a:rPr dirty="0"/>
              <a:t> (k=3)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   → </a:t>
            </a:r>
            <a:r>
              <a:rPr dirty="0" err="1"/>
              <a:t>Pressão</a:t>
            </a:r>
            <a:r>
              <a:rPr dirty="0"/>
              <a:t> </a:t>
            </a:r>
            <a:r>
              <a:rPr dirty="0" err="1"/>
              <a:t>seletiva</a:t>
            </a:r>
            <a:r>
              <a:rPr dirty="0"/>
              <a:t> </a:t>
            </a:r>
            <a:r>
              <a:rPr dirty="0" err="1"/>
              <a:t>equilibrada</a:t>
            </a: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rPr dirty="0" err="1"/>
              <a:t>Elitismo</a:t>
            </a:r>
            <a:r>
              <a:rPr dirty="0"/>
              <a:t>: </a:t>
            </a:r>
            <a:r>
              <a:rPr dirty="0" err="1"/>
              <a:t>Ativado</a:t>
            </a: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   → </a:t>
            </a:r>
            <a:r>
              <a:rPr dirty="0" err="1"/>
              <a:t>Melhor</a:t>
            </a:r>
            <a:r>
              <a:rPr dirty="0"/>
              <a:t> </a:t>
            </a:r>
            <a:r>
              <a:rPr dirty="0" err="1"/>
              <a:t>solução</a:t>
            </a:r>
            <a:r>
              <a:rPr dirty="0"/>
              <a:t> </a:t>
            </a:r>
            <a:r>
              <a:rPr dirty="0" err="1"/>
              <a:t>nunca</a:t>
            </a:r>
            <a:r>
              <a:rPr dirty="0"/>
              <a:t> é </a:t>
            </a:r>
            <a:r>
              <a:rPr dirty="0" err="1"/>
              <a:t>perdida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▶️ EXEMPLO DE EXECUÇÃO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Comando: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 $ python T2.py exemplo1.txt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Saída esperada: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 ✓ Leitura das preferências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 ✓ Execução do AG (50 iterações)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 ✓ Histórico de evolução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 ✓ Melhor solução encontrada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 ✓ Duplas decodificadas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Tempo esperado: ~2-5 segundos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📈 RESULTADOS: EVOLUÇÃO DO 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Exemplo de histórico (primeiras 10 gerações):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Gen    Melhor    Média    Pior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---    ------    -----    ----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1      145      167.5    210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2      142      160.3    205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3      139      155.2    198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...    ...      ...      ...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n      35       45.8     78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Interpretação: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 • Melhor: Descer = bom (converge)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 • Pior: Também desce = população evolui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✅ RESULTADOS: SOLUÇÃO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Exemplo de saída para 4 alunos: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📊 Qualidade: Aptidão = 42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 ✓ BOA! (Boa qualidade)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🤝 DUPLAS FORMADAS: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 Quarto 1: A1 ↔ B3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 Quarto 2: A2 ↔ B2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 Quarto 3: A3 ↔ B4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 Quarto 4: A4 ↔ B1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Verificação: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 • Todos colocados? SIM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 • Ninguém repetido? SIM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 • Preferências respeitadas? PARCIALMENTE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✓ TESTES REALIZADOS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1. Teste com exemplo1.txt (4 alunos)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 ✓ Arquivo lido corretamente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 ✓ AG converge a solução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 ✓ Saída formatada corretamente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2. Teste com modo passo-a-passo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 ✓ Pausa a cada geração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 ✓ Permite visualizar evolução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3. Teste com parâmetros customizados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 ✓ --pop 100: funciona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 ✓ --ger 1000: funciona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4. Teste modo automático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 ✓ Executa e exibe resultado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💭 DISCUSSÃO: DESAFIOS ENCONTRADOS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1. Definição da Função de Aptidão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 • Inicialmente complexa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 • Solução: Somar posições nas listas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2. Representação do Problema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 • Precisa ser permutação válida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 • Operadores devem preservar isso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3. Ajuste de Parâmetros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 • Taxa de mutação muito alta = caos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 • Taxa muito baixa = estagnação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 • Taxa 15% foi ótima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💡 DISCUSSÃO: INSIGHTS E APRENDIZADOS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1. Efetividade do AG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 ✓ AG funciona bem para este problema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 ✓ Converge rapidamente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 ✓ Melhor que busca aleatória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2. Importância da Codificação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 ✓ Permutação é representação natural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 ✓ Operadores OX são adequados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3. Trade-off Qualidade vs Tempo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 ✓ 500 gerações: solução boa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 ✓ 1000 gerações: melhor, mas mais lento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📚 COMO USAR O PROGRAMA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Modo Automático: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 python T2.py exemplo1.txt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Modo Passo a Passo: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 python T2.py exemplo1.txt --modo passo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Parâmetros Customizados: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 python T2.py exemplo1.txt --pop 100 --ger 1000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Ver Ajuda: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   python T2.py --ajuda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Mais informações em: README.md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537</Words>
  <Application>Microsoft Office PowerPoint</Application>
  <PresentationFormat>Apresentação na tela (4:3)</PresentationFormat>
  <Paragraphs>113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Larissa Silva</cp:lastModifiedBy>
  <cp:revision>6</cp:revision>
  <dcterms:created xsi:type="dcterms:W3CDTF">2013-01-27T09:14:16Z</dcterms:created>
  <dcterms:modified xsi:type="dcterms:W3CDTF">2026-06-25T03:54:09Z</dcterms:modified>
  <cp:category/>
</cp:coreProperties>
</file>